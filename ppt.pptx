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9" r:id="rId12"/>
    <p:sldId id="267" r:id="rId13"/>
    <p:sldId id="268" r:id="rId14"/>
  </p:sldIdLst>
  <p:sldSz cx="12192000" cy="6858000"/>
  <p:notesSz cx="12192000" cy="68580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55" d="100"/>
          <a:sy n="55" d="100"/>
        </p:scale>
        <p:origin x="1072" y="44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ukh deep" userId="6ef41fb2d7ed1cae" providerId="LiveId" clId="{B40339FA-6B90-4EEA-BCE5-A7CF06937012}"/>
    <pc:docChg chg="modSld">
      <pc:chgData name="sukh deep" userId="6ef41fb2d7ed1cae" providerId="LiveId" clId="{B40339FA-6B90-4EEA-BCE5-A7CF06937012}" dt="2026-07-12T18:21:03.777" v="2" actId="1076"/>
      <pc:docMkLst>
        <pc:docMk/>
      </pc:docMkLst>
      <pc:sldChg chg="modSp mod">
        <pc:chgData name="sukh deep" userId="6ef41fb2d7ed1cae" providerId="LiveId" clId="{B40339FA-6B90-4EEA-BCE5-A7CF06937012}" dt="2026-07-12T18:21:03.777" v="2" actId="1076"/>
        <pc:sldMkLst>
          <pc:docMk/>
          <pc:sldMk cId="1956509952" sldId="269"/>
        </pc:sldMkLst>
        <pc:spChg chg="mod">
          <ac:chgData name="sukh deep" userId="6ef41fb2d7ed1cae" providerId="LiveId" clId="{B40339FA-6B90-4EEA-BCE5-A7CF06937012}" dt="2026-07-12T18:20:57.457" v="1" actId="1076"/>
          <ac:spMkLst>
            <pc:docMk/>
            <pc:sldMk cId="1956509952" sldId="269"/>
            <ac:spMk id="5" creationId="{D948FCB3-5946-3376-9EE1-729D6D403512}"/>
          </ac:spMkLst>
        </pc:spChg>
        <pc:spChg chg="mod">
          <ac:chgData name="sukh deep" userId="6ef41fb2d7ed1cae" providerId="LiveId" clId="{B40339FA-6B90-4EEA-BCE5-A7CF06937012}" dt="2026-07-12T18:21:03.777" v="2" actId="1076"/>
          <ac:spMkLst>
            <pc:docMk/>
            <pc:sldMk cId="1956509952" sldId="269"/>
            <ac:spMk id="7" creationId="{D31F36CF-9FD5-7E16-347A-46DD17C68F3A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14400" y="2125980"/>
            <a:ext cx="10363200" cy="14401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5400" b="0" i="0">
                <a:solidFill>
                  <a:srgbClr val="FF0000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7/12/2026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5400" b="0" i="0">
                <a:solidFill>
                  <a:srgbClr val="FF0000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7/12/2026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5400" b="0" i="0">
                <a:solidFill>
                  <a:srgbClr val="FF0000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7/12/2026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7" name="bg object 17"/>
          <p:cNvSpPr/>
          <p:nvPr/>
        </p:nvSpPr>
        <p:spPr>
          <a:xfrm>
            <a:off x="81023" y="0"/>
            <a:ext cx="3287395" cy="1691005"/>
          </a:xfrm>
          <a:custGeom>
            <a:avLst/>
            <a:gdLst/>
            <a:ahLst/>
            <a:cxnLst/>
            <a:rect l="l" t="t" r="r" b="b"/>
            <a:pathLst>
              <a:path w="3287395" h="1691005">
                <a:moveTo>
                  <a:pt x="3287267" y="0"/>
                </a:moveTo>
                <a:lnTo>
                  <a:pt x="0" y="0"/>
                </a:lnTo>
                <a:lnTo>
                  <a:pt x="0" y="1690751"/>
                </a:lnTo>
                <a:lnTo>
                  <a:pt x="3287267" y="1690751"/>
                </a:lnTo>
                <a:lnTo>
                  <a:pt x="3287267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bg object 18"/>
          <p:cNvSpPr/>
          <p:nvPr/>
        </p:nvSpPr>
        <p:spPr>
          <a:xfrm>
            <a:off x="81023" y="0"/>
            <a:ext cx="3287395" cy="1691005"/>
          </a:xfrm>
          <a:custGeom>
            <a:avLst/>
            <a:gdLst/>
            <a:ahLst/>
            <a:cxnLst/>
            <a:rect l="l" t="t" r="r" b="b"/>
            <a:pathLst>
              <a:path w="3287395" h="1691005">
                <a:moveTo>
                  <a:pt x="0" y="1690751"/>
                </a:moveTo>
                <a:lnTo>
                  <a:pt x="3287267" y="1690751"/>
                </a:lnTo>
                <a:lnTo>
                  <a:pt x="3287267" y="0"/>
                </a:lnTo>
                <a:lnTo>
                  <a:pt x="0" y="0"/>
                </a:lnTo>
                <a:lnTo>
                  <a:pt x="0" y="1690751"/>
                </a:lnTo>
                <a:close/>
              </a:path>
            </a:pathLst>
          </a:custGeom>
          <a:ln w="126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5400" b="0" i="0">
                <a:solidFill>
                  <a:srgbClr val="FF0000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7/12/2026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7/12/2026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12192000" y="0"/>
                </a:moveTo>
                <a:lnTo>
                  <a:pt x="0" y="0"/>
                </a:lnTo>
                <a:lnTo>
                  <a:pt x="0" y="6858000"/>
                </a:lnTo>
                <a:lnTo>
                  <a:pt x="12192000" y="6858000"/>
                </a:lnTo>
                <a:lnTo>
                  <a:pt x="12192000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724001" y="376885"/>
            <a:ext cx="2002155" cy="84899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5400" b="0" i="0">
                <a:solidFill>
                  <a:srgbClr val="FF0000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609600" y="1577340"/>
            <a:ext cx="1097280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4145280" y="6377940"/>
            <a:ext cx="390144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7/12/2026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877824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9.png"/><Relationship Id="rId11" Type="http://schemas.openxmlformats.org/officeDocument/2006/relationships/image" Target="../media/image14.png"/><Relationship Id="rId5" Type="http://schemas.openxmlformats.org/officeDocument/2006/relationships/image" Target="../media/image8.png"/><Relationship Id="rId10" Type="http://schemas.openxmlformats.org/officeDocument/2006/relationships/image" Target="../media/image13.png"/><Relationship Id="rId4" Type="http://schemas.openxmlformats.org/officeDocument/2006/relationships/image" Target="../media/image7.png"/><Relationship Id="rId9" Type="http://schemas.openxmlformats.org/officeDocument/2006/relationships/image" Target="../media/image12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g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9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jp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jpg"/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12192000" y="0"/>
                </a:moveTo>
                <a:lnTo>
                  <a:pt x="0" y="0"/>
                </a:lnTo>
                <a:lnTo>
                  <a:pt x="0" y="6858000"/>
                </a:lnTo>
                <a:lnTo>
                  <a:pt x="12192000" y="6858000"/>
                </a:lnTo>
                <a:lnTo>
                  <a:pt x="12192000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/>
          <p:nvPr/>
        </p:nvSpPr>
        <p:spPr>
          <a:xfrm>
            <a:off x="264058" y="5068315"/>
            <a:ext cx="5127625" cy="1604010"/>
          </a:xfrm>
          <a:prstGeom prst="rect">
            <a:avLst/>
          </a:prstGeom>
        </p:spPr>
        <p:txBody>
          <a:bodyPr vert="horz" wrap="square" lIns="0" tIns="60960" rIns="0" bIns="0" rtlCol="0">
            <a:spAutoFit/>
          </a:bodyPr>
          <a:lstStyle/>
          <a:p>
            <a:pPr marL="12700" marR="5080">
              <a:lnSpc>
                <a:spcPts val="3020"/>
              </a:lnSpc>
              <a:spcBef>
                <a:spcPts val="480"/>
              </a:spcBef>
            </a:pPr>
            <a:r>
              <a:rPr sz="2800" dirty="0">
                <a:solidFill>
                  <a:srgbClr val="FFFF00"/>
                </a:solidFill>
                <a:latin typeface="Calibri Light"/>
                <a:cs typeface="Calibri Light"/>
              </a:rPr>
              <a:t>Name</a:t>
            </a:r>
            <a:r>
              <a:rPr sz="2800" spc="-70" dirty="0">
                <a:solidFill>
                  <a:srgbClr val="FFFF00"/>
                </a:solidFill>
                <a:latin typeface="Calibri Light"/>
                <a:cs typeface="Calibri Light"/>
              </a:rPr>
              <a:t> </a:t>
            </a:r>
            <a:r>
              <a:rPr sz="2800" dirty="0">
                <a:solidFill>
                  <a:srgbClr val="FFFF00"/>
                </a:solidFill>
                <a:latin typeface="Calibri Light"/>
                <a:cs typeface="Calibri Light"/>
              </a:rPr>
              <a:t>:</a:t>
            </a:r>
            <a:r>
              <a:rPr sz="2800" spc="-55" dirty="0">
                <a:solidFill>
                  <a:srgbClr val="FFFF00"/>
                </a:solidFill>
                <a:latin typeface="Calibri Light"/>
                <a:cs typeface="Calibri Light"/>
              </a:rPr>
              <a:t> </a:t>
            </a:r>
            <a:r>
              <a:rPr sz="2800" dirty="0">
                <a:solidFill>
                  <a:srgbClr val="FFFF00"/>
                </a:solidFill>
                <a:latin typeface="Calibri Light"/>
                <a:cs typeface="Calibri Light"/>
              </a:rPr>
              <a:t>Sukhdeep</a:t>
            </a:r>
            <a:r>
              <a:rPr sz="2800" spc="-60" dirty="0">
                <a:solidFill>
                  <a:srgbClr val="FFFF00"/>
                </a:solidFill>
                <a:latin typeface="Calibri Light"/>
                <a:cs typeface="Calibri Light"/>
              </a:rPr>
              <a:t> </a:t>
            </a:r>
            <a:r>
              <a:rPr sz="2800" dirty="0">
                <a:solidFill>
                  <a:srgbClr val="FFFF00"/>
                </a:solidFill>
                <a:latin typeface="Calibri Light"/>
                <a:cs typeface="Calibri Light"/>
              </a:rPr>
              <a:t>Singh,</a:t>
            </a:r>
            <a:r>
              <a:rPr sz="2800" spc="-70" dirty="0">
                <a:solidFill>
                  <a:srgbClr val="FFFF00"/>
                </a:solidFill>
                <a:latin typeface="Calibri Light"/>
                <a:cs typeface="Calibri Light"/>
              </a:rPr>
              <a:t> </a:t>
            </a:r>
            <a:r>
              <a:rPr sz="2800" dirty="0">
                <a:solidFill>
                  <a:srgbClr val="FFFF00"/>
                </a:solidFill>
                <a:latin typeface="Calibri Light"/>
                <a:cs typeface="Calibri Light"/>
              </a:rPr>
              <a:t>Suraj</a:t>
            </a:r>
            <a:r>
              <a:rPr sz="2800" spc="-55" dirty="0">
                <a:solidFill>
                  <a:srgbClr val="FFFF00"/>
                </a:solidFill>
                <a:latin typeface="Calibri Light"/>
                <a:cs typeface="Calibri Light"/>
              </a:rPr>
              <a:t> </a:t>
            </a:r>
            <a:r>
              <a:rPr sz="2800" spc="-10" dirty="0">
                <a:solidFill>
                  <a:srgbClr val="FFFF00"/>
                </a:solidFill>
                <a:latin typeface="Calibri Light"/>
                <a:cs typeface="Calibri Light"/>
              </a:rPr>
              <a:t>Sohal </a:t>
            </a:r>
            <a:r>
              <a:rPr sz="2800" dirty="0">
                <a:solidFill>
                  <a:srgbClr val="FFFF00"/>
                </a:solidFill>
                <a:latin typeface="Calibri Light"/>
                <a:cs typeface="Calibri Light"/>
              </a:rPr>
              <a:t>Branch:</a:t>
            </a:r>
            <a:r>
              <a:rPr sz="2800" spc="-100" dirty="0">
                <a:solidFill>
                  <a:srgbClr val="FFFF00"/>
                </a:solidFill>
                <a:latin typeface="Calibri Light"/>
                <a:cs typeface="Calibri Light"/>
              </a:rPr>
              <a:t> </a:t>
            </a:r>
            <a:r>
              <a:rPr sz="2800" spc="-10" dirty="0">
                <a:solidFill>
                  <a:srgbClr val="FFFF00"/>
                </a:solidFill>
                <a:latin typeface="Calibri Light"/>
                <a:cs typeface="Calibri Light"/>
              </a:rPr>
              <a:t>Btech(CSE)</a:t>
            </a:r>
            <a:endParaRPr sz="2800" dirty="0">
              <a:solidFill>
                <a:srgbClr val="FFFF00"/>
              </a:solidFill>
              <a:latin typeface="Calibri Light"/>
              <a:cs typeface="Calibri Light"/>
            </a:endParaRPr>
          </a:p>
          <a:p>
            <a:pPr marL="12700">
              <a:lnSpc>
                <a:spcPts val="2820"/>
              </a:lnSpc>
            </a:pPr>
            <a:r>
              <a:rPr sz="2800" dirty="0">
                <a:solidFill>
                  <a:srgbClr val="FFFF00"/>
                </a:solidFill>
                <a:latin typeface="Calibri Light"/>
                <a:cs typeface="Calibri Light"/>
              </a:rPr>
              <a:t>Roll</a:t>
            </a:r>
            <a:r>
              <a:rPr sz="2800" spc="-40" dirty="0">
                <a:solidFill>
                  <a:srgbClr val="FFFF00"/>
                </a:solidFill>
                <a:latin typeface="Calibri Light"/>
                <a:cs typeface="Calibri Light"/>
              </a:rPr>
              <a:t> </a:t>
            </a:r>
            <a:r>
              <a:rPr sz="2800" dirty="0">
                <a:solidFill>
                  <a:srgbClr val="FFFF00"/>
                </a:solidFill>
                <a:latin typeface="Calibri Light"/>
                <a:cs typeface="Calibri Light"/>
              </a:rPr>
              <a:t>No</a:t>
            </a:r>
            <a:r>
              <a:rPr sz="2800" spc="-35" dirty="0">
                <a:solidFill>
                  <a:srgbClr val="FFFF00"/>
                </a:solidFill>
                <a:latin typeface="Calibri Light"/>
                <a:cs typeface="Calibri Light"/>
              </a:rPr>
              <a:t> </a:t>
            </a:r>
            <a:r>
              <a:rPr sz="2800" dirty="0">
                <a:solidFill>
                  <a:srgbClr val="FFFF00"/>
                </a:solidFill>
                <a:latin typeface="Calibri Light"/>
                <a:cs typeface="Calibri Light"/>
              </a:rPr>
              <a:t>:</a:t>
            </a:r>
            <a:r>
              <a:rPr sz="2800" spc="-35" dirty="0">
                <a:solidFill>
                  <a:srgbClr val="FFFF00"/>
                </a:solidFill>
                <a:latin typeface="Calibri Light"/>
                <a:cs typeface="Calibri Light"/>
              </a:rPr>
              <a:t> </a:t>
            </a:r>
            <a:r>
              <a:rPr sz="2800" spc="-10" dirty="0">
                <a:solidFill>
                  <a:srgbClr val="FFFF00"/>
                </a:solidFill>
                <a:latin typeface="Calibri Light"/>
                <a:cs typeface="Calibri Light"/>
              </a:rPr>
              <a:t>24303416,24303426</a:t>
            </a:r>
            <a:endParaRPr sz="2800" dirty="0">
              <a:solidFill>
                <a:srgbClr val="FFFF00"/>
              </a:solidFill>
              <a:latin typeface="Calibri Light"/>
              <a:cs typeface="Calibri Light"/>
            </a:endParaRPr>
          </a:p>
          <a:p>
            <a:pPr marL="12700">
              <a:lnSpc>
                <a:spcPts val="3190"/>
              </a:lnSpc>
            </a:pPr>
            <a:r>
              <a:rPr sz="2800" dirty="0">
                <a:solidFill>
                  <a:srgbClr val="FFFF00"/>
                </a:solidFill>
                <a:latin typeface="Calibri Light"/>
                <a:cs typeface="Calibri Light"/>
              </a:rPr>
              <a:t>College</a:t>
            </a:r>
            <a:r>
              <a:rPr sz="2800" spc="-35" dirty="0">
                <a:solidFill>
                  <a:srgbClr val="FFFF00"/>
                </a:solidFill>
                <a:latin typeface="Calibri Light"/>
                <a:cs typeface="Calibri Light"/>
              </a:rPr>
              <a:t> </a:t>
            </a:r>
            <a:r>
              <a:rPr sz="2800" dirty="0">
                <a:solidFill>
                  <a:srgbClr val="FFFF00"/>
                </a:solidFill>
                <a:latin typeface="Calibri Light"/>
                <a:cs typeface="Calibri Light"/>
              </a:rPr>
              <a:t>Name</a:t>
            </a:r>
            <a:r>
              <a:rPr sz="2800" spc="-60" dirty="0">
                <a:solidFill>
                  <a:srgbClr val="FFFF00"/>
                </a:solidFill>
                <a:latin typeface="Calibri Light"/>
                <a:cs typeface="Calibri Light"/>
              </a:rPr>
              <a:t> </a:t>
            </a:r>
            <a:r>
              <a:rPr sz="2800" dirty="0">
                <a:solidFill>
                  <a:srgbClr val="FFFF00"/>
                </a:solidFill>
                <a:latin typeface="Calibri Light"/>
                <a:cs typeface="Calibri Light"/>
              </a:rPr>
              <a:t>:</a:t>
            </a:r>
            <a:r>
              <a:rPr sz="2800" spc="-40" dirty="0">
                <a:solidFill>
                  <a:srgbClr val="FFFF00"/>
                </a:solidFill>
                <a:latin typeface="Calibri Light"/>
                <a:cs typeface="Calibri Light"/>
              </a:rPr>
              <a:t> </a:t>
            </a:r>
            <a:r>
              <a:rPr sz="2800" dirty="0">
                <a:solidFill>
                  <a:srgbClr val="FFFF00"/>
                </a:solidFill>
                <a:latin typeface="Calibri Light"/>
                <a:cs typeface="Calibri Light"/>
              </a:rPr>
              <a:t>SBSSU</a:t>
            </a:r>
            <a:r>
              <a:rPr sz="2800" spc="-45" dirty="0">
                <a:solidFill>
                  <a:srgbClr val="FFFF00"/>
                </a:solidFill>
                <a:latin typeface="Calibri Light"/>
                <a:cs typeface="Calibri Light"/>
              </a:rPr>
              <a:t> </a:t>
            </a:r>
            <a:r>
              <a:rPr sz="2800" spc="-10" dirty="0">
                <a:solidFill>
                  <a:srgbClr val="FFFF00"/>
                </a:solidFill>
                <a:latin typeface="Calibri Light"/>
                <a:cs typeface="Calibri Light"/>
              </a:rPr>
              <a:t>GURDASPUR</a:t>
            </a:r>
            <a:endParaRPr sz="2800" dirty="0">
              <a:solidFill>
                <a:srgbClr val="FFFF00"/>
              </a:solidFill>
              <a:latin typeface="Calibri Light"/>
              <a:cs typeface="Calibri Light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509651"/>
            <a:ext cx="12072364" cy="350672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12192000" y="0"/>
                </a:moveTo>
                <a:lnTo>
                  <a:pt x="0" y="0"/>
                </a:lnTo>
                <a:lnTo>
                  <a:pt x="0" y="6858000"/>
                </a:lnTo>
                <a:lnTo>
                  <a:pt x="12192000" y="6858000"/>
                </a:lnTo>
                <a:lnTo>
                  <a:pt x="12192000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27317" y="81028"/>
            <a:ext cx="11968226" cy="6655433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object 3"/>
          <p:cNvSpPr txBox="1"/>
          <p:nvPr/>
        </p:nvSpPr>
        <p:spPr>
          <a:xfrm>
            <a:off x="843419" y="4311002"/>
            <a:ext cx="2068195" cy="603250"/>
          </a:xfrm>
          <a:prstGeom prst="rect">
            <a:avLst/>
          </a:prstGeom>
          <a:solidFill>
            <a:srgbClr val="000000"/>
          </a:solidFill>
          <a:ln w="3175">
            <a:solidFill>
              <a:srgbClr val="000000"/>
            </a:solidFill>
          </a:ln>
        </p:spPr>
        <p:txBody>
          <a:bodyPr vert="horz" wrap="square" lIns="0" tIns="99695" rIns="0" bIns="0" rtlCol="0">
            <a:spAutoFit/>
          </a:bodyPr>
          <a:lstStyle/>
          <a:p>
            <a:pPr marL="257810">
              <a:lnSpc>
                <a:spcPct val="100000"/>
              </a:lnSpc>
              <a:spcBef>
                <a:spcPts val="785"/>
              </a:spcBef>
            </a:pPr>
            <a:r>
              <a:rPr sz="2400" dirty="0">
                <a:solidFill>
                  <a:srgbClr val="FFFFFF"/>
                </a:solidFill>
                <a:latin typeface="Calibri"/>
                <a:cs typeface="Calibri"/>
              </a:rPr>
              <a:t>Future</a:t>
            </a:r>
            <a:r>
              <a:rPr sz="2400" spc="-5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400" spc="-20" dirty="0">
                <a:solidFill>
                  <a:srgbClr val="FFFFFF"/>
                </a:solidFill>
                <a:latin typeface="Calibri"/>
                <a:cs typeface="Calibri"/>
              </a:rPr>
              <a:t>Work</a:t>
            </a:r>
            <a:endParaRPr sz="2400">
              <a:latin typeface="Calibri"/>
              <a:cs typeface="Calibri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896467" y="4993906"/>
            <a:ext cx="1610360" cy="417830"/>
          </a:xfrm>
          <a:prstGeom prst="rect">
            <a:avLst/>
          </a:prstGeom>
          <a:solidFill>
            <a:srgbClr val="000000"/>
          </a:solidFill>
          <a:ln w="3175">
            <a:solidFill>
              <a:srgbClr val="000000"/>
            </a:solidFill>
          </a:ln>
        </p:spPr>
        <p:txBody>
          <a:bodyPr vert="horz" wrap="square" lIns="0" tIns="6985" rIns="0" bIns="0" rtlCol="0">
            <a:spAutoFit/>
          </a:bodyPr>
          <a:lstStyle/>
          <a:p>
            <a:pPr marL="365125">
              <a:lnSpc>
                <a:spcPct val="100000"/>
              </a:lnSpc>
              <a:spcBef>
                <a:spcPts val="55"/>
              </a:spcBef>
            </a:pPr>
            <a:r>
              <a:rPr sz="2400" spc="-10" dirty="0">
                <a:solidFill>
                  <a:srgbClr val="FFFFFF"/>
                </a:solidFill>
                <a:latin typeface="Calibri"/>
                <a:cs typeface="Calibri"/>
              </a:rPr>
              <a:t>Graphs</a:t>
            </a:r>
            <a:endParaRPr sz="240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0" y="0"/>
              <a:ext cx="12192000" cy="6858000"/>
            </a:xfrm>
            <a:prstGeom prst="rect">
              <a:avLst/>
            </a:prstGeom>
          </p:spPr>
        </p:pic>
        <p:sp>
          <p:nvSpPr>
            <p:cNvPr id="6" name="object 6"/>
            <p:cNvSpPr/>
            <p:nvPr/>
          </p:nvSpPr>
          <p:spPr>
            <a:xfrm>
              <a:off x="289369" y="2627376"/>
              <a:ext cx="3761740" cy="2830195"/>
            </a:xfrm>
            <a:custGeom>
              <a:avLst/>
              <a:gdLst/>
              <a:ahLst/>
              <a:cxnLst/>
              <a:rect l="l" t="t" r="r" b="b"/>
              <a:pathLst>
                <a:path w="3761740" h="2830195">
                  <a:moveTo>
                    <a:pt x="3761740" y="0"/>
                  </a:moveTo>
                  <a:lnTo>
                    <a:pt x="0" y="0"/>
                  </a:lnTo>
                  <a:lnTo>
                    <a:pt x="0" y="2830068"/>
                  </a:lnTo>
                  <a:lnTo>
                    <a:pt x="3761740" y="2830068"/>
                  </a:lnTo>
                  <a:lnTo>
                    <a:pt x="3761740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7" name="object 7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34695" y="2657855"/>
              <a:ext cx="3946398" cy="677418"/>
            </a:xfrm>
            <a:prstGeom prst="rect">
              <a:avLst/>
            </a:prstGeom>
          </p:spPr>
        </p:pic>
        <p:pic>
          <p:nvPicPr>
            <p:cNvPr id="8" name="object 8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195071" y="3023616"/>
              <a:ext cx="4030217" cy="677418"/>
            </a:xfrm>
            <a:prstGeom prst="rect">
              <a:avLst/>
            </a:prstGeom>
          </p:spPr>
        </p:pic>
        <p:pic>
          <p:nvPicPr>
            <p:cNvPr id="9" name="object 9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243840" y="3389376"/>
              <a:ext cx="1946910" cy="677418"/>
            </a:xfrm>
            <a:prstGeom prst="rect">
              <a:avLst/>
            </a:prstGeom>
          </p:spPr>
        </p:pic>
        <p:pic>
          <p:nvPicPr>
            <p:cNvPr id="10" name="object 10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1787651" y="3389376"/>
              <a:ext cx="1472946" cy="677418"/>
            </a:xfrm>
            <a:prstGeom prst="rect">
              <a:avLst/>
            </a:prstGeom>
          </p:spPr>
        </p:pic>
        <p:pic>
          <p:nvPicPr>
            <p:cNvPr id="11" name="object 11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2857500" y="3389376"/>
              <a:ext cx="1315974" cy="677418"/>
            </a:xfrm>
            <a:prstGeom prst="rect">
              <a:avLst/>
            </a:prstGeom>
          </p:spPr>
        </p:pic>
        <p:pic>
          <p:nvPicPr>
            <p:cNvPr id="12" name="object 12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368808" y="3755135"/>
              <a:ext cx="3681222" cy="677418"/>
            </a:xfrm>
            <a:prstGeom prst="rect">
              <a:avLst/>
            </a:prstGeom>
          </p:spPr>
        </p:pic>
        <p:pic>
          <p:nvPicPr>
            <p:cNvPr id="13" name="object 13"/>
            <p:cNvPicPr/>
            <p:nvPr/>
          </p:nvPicPr>
          <p:blipFill>
            <a:blip r:embed="rId9" cstate="print"/>
            <a:stretch>
              <a:fillRect/>
            </a:stretch>
          </p:blipFill>
          <p:spPr>
            <a:xfrm>
              <a:off x="291084" y="4120896"/>
              <a:ext cx="3836670" cy="677418"/>
            </a:xfrm>
            <a:prstGeom prst="rect">
              <a:avLst/>
            </a:prstGeom>
          </p:spPr>
        </p:pic>
        <p:pic>
          <p:nvPicPr>
            <p:cNvPr id="14" name="object 14"/>
            <p:cNvPicPr/>
            <p:nvPr/>
          </p:nvPicPr>
          <p:blipFill>
            <a:blip r:embed="rId10" cstate="print"/>
            <a:stretch>
              <a:fillRect/>
            </a:stretch>
          </p:blipFill>
          <p:spPr>
            <a:xfrm>
              <a:off x="504444" y="4486655"/>
              <a:ext cx="3408426" cy="677418"/>
            </a:xfrm>
            <a:prstGeom prst="rect">
              <a:avLst/>
            </a:prstGeom>
          </p:spPr>
        </p:pic>
        <p:pic>
          <p:nvPicPr>
            <p:cNvPr id="15" name="object 15"/>
            <p:cNvPicPr/>
            <p:nvPr/>
          </p:nvPicPr>
          <p:blipFill>
            <a:blip r:embed="rId11" cstate="print"/>
            <a:stretch>
              <a:fillRect/>
            </a:stretch>
          </p:blipFill>
          <p:spPr>
            <a:xfrm>
              <a:off x="1479803" y="4852415"/>
              <a:ext cx="1308354" cy="677418"/>
            </a:xfrm>
            <a:prstGeom prst="rect">
              <a:avLst/>
            </a:prstGeom>
          </p:spPr>
        </p:pic>
      </p:grpSp>
      <p:sp>
        <p:nvSpPr>
          <p:cNvPr id="16" name="object 16"/>
          <p:cNvSpPr txBox="1"/>
          <p:nvPr/>
        </p:nvSpPr>
        <p:spPr>
          <a:xfrm>
            <a:off x="289369" y="2627376"/>
            <a:ext cx="3761740" cy="2830195"/>
          </a:xfrm>
          <a:prstGeom prst="rect">
            <a:avLst/>
          </a:prstGeom>
          <a:ln w="12700">
            <a:solidFill>
              <a:srgbClr val="FFFFFF"/>
            </a:solidFill>
          </a:ln>
        </p:spPr>
        <p:txBody>
          <a:bodyPr vert="horz" wrap="square" lIns="0" tIns="115570" rIns="0" bIns="0" rtlCol="0">
            <a:spAutoFit/>
          </a:bodyPr>
          <a:lstStyle/>
          <a:p>
            <a:pPr marL="102235" marR="95885" indent="-1905" algn="ctr">
              <a:lnSpc>
                <a:spcPct val="100000"/>
              </a:lnSpc>
              <a:spcBef>
                <a:spcPts val="910"/>
              </a:spcBef>
            </a:pPr>
            <a:r>
              <a:rPr sz="2400" b="1" dirty="0">
                <a:latin typeface="Calibri"/>
                <a:cs typeface="Calibri"/>
              </a:rPr>
              <a:t>Netflix</a:t>
            </a:r>
            <a:r>
              <a:rPr sz="2400" b="1" spc="-45" dirty="0">
                <a:latin typeface="Calibri"/>
                <a:cs typeface="Calibri"/>
              </a:rPr>
              <a:t> </a:t>
            </a:r>
            <a:r>
              <a:rPr sz="2400" b="1" dirty="0">
                <a:latin typeface="Calibri"/>
                <a:cs typeface="Calibri"/>
              </a:rPr>
              <a:t>is</a:t>
            </a:r>
            <a:r>
              <a:rPr sz="2400" b="1" spc="-40" dirty="0">
                <a:latin typeface="Calibri"/>
                <a:cs typeface="Calibri"/>
              </a:rPr>
              <a:t> </a:t>
            </a:r>
            <a:r>
              <a:rPr sz="2400" b="1" dirty="0">
                <a:latin typeface="Calibri"/>
                <a:cs typeface="Calibri"/>
              </a:rPr>
              <a:t>one</a:t>
            </a:r>
            <a:r>
              <a:rPr sz="2400" b="1" spc="-50" dirty="0">
                <a:latin typeface="Calibri"/>
                <a:cs typeface="Calibri"/>
              </a:rPr>
              <a:t> </a:t>
            </a:r>
            <a:r>
              <a:rPr sz="2400" b="1" dirty="0">
                <a:latin typeface="Calibri"/>
                <a:cs typeface="Calibri"/>
              </a:rPr>
              <a:t>of</a:t>
            </a:r>
            <a:r>
              <a:rPr sz="2400" b="1" spc="-40" dirty="0">
                <a:latin typeface="Calibri"/>
                <a:cs typeface="Calibri"/>
              </a:rPr>
              <a:t> </a:t>
            </a:r>
            <a:r>
              <a:rPr sz="2400" b="1" dirty="0">
                <a:latin typeface="Calibri"/>
                <a:cs typeface="Calibri"/>
              </a:rPr>
              <a:t>the</a:t>
            </a:r>
            <a:r>
              <a:rPr sz="2400" b="1" spc="-30" dirty="0">
                <a:latin typeface="Calibri"/>
                <a:cs typeface="Calibri"/>
              </a:rPr>
              <a:t> </a:t>
            </a:r>
            <a:r>
              <a:rPr sz="2400" b="1" spc="-10" dirty="0">
                <a:latin typeface="Calibri"/>
                <a:cs typeface="Calibri"/>
              </a:rPr>
              <a:t>world's </a:t>
            </a:r>
            <a:r>
              <a:rPr sz="2400" b="1" dirty="0">
                <a:latin typeface="Calibri"/>
                <a:cs typeface="Calibri"/>
              </a:rPr>
              <a:t>largest</a:t>
            </a:r>
            <a:r>
              <a:rPr sz="2400" b="1" spc="-85" dirty="0">
                <a:latin typeface="Calibri"/>
                <a:cs typeface="Calibri"/>
              </a:rPr>
              <a:t> </a:t>
            </a:r>
            <a:r>
              <a:rPr sz="2400" b="1" spc="-10" dirty="0">
                <a:latin typeface="Calibri"/>
                <a:cs typeface="Calibri"/>
              </a:rPr>
              <a:t>streaming</a:t>
            </a:r>
            <a:r>
              <a:rPr sz="2400" b="1" spc="-90" dirty="0">
                <a:latin typeface="Calibri"/>
                <a:cs typeface="Calibri"/>
              </a:rPr>
              <a:t> </a:t>
            </a:r>
            <a:r>
              <a:rPr sz="2400" b="1" spc="-10" dirty="0">
                <a:latin typeface="Calibri"/>
                <a:cs typeface="Calibri"/>
              </a:rPr>
              <a:t>platforms. </a:t>
            </a:r>
            <a:r>
              <a:rPr sz="2400" b="1" dirty="0">
                <a:latin typeface="Calibri"/>
                <a:cs typeface="Calibri"/>
              </a:rPr>
              <a:t>This</a:t>
            </a:r>
            <a:r>
              <a:rPr sz="2400" b="1" spc="-70" dirty="0">
                <a:latin typeface="Calibri"/>
                <a:cs typeface="Calibri"/>
              </a:rPr>
              <a:t> </a:t>
            </a:r>
            <a:r>
              <a:rPr sz="2400" b="1" dirty="0">
                <a:latin typeface="Calibri"/>
                <a:cs typeface="Calibri"/>
              </a:rPr>
              <a:t>project</a:t>
            </a:r>
            <a:r>
              <a:rPr sz="2400" b="1" spc="-80" dirty="0">
                <a:latin typeface="Calibri"/>
                <a:cs typeface="Calibri"/>
              </a:rPr>
              <a:t> </a:t>
            </a:r>
            <a:r>
              <a:rPr sz="2400" b="1" dirty="0">
                <a:latin typeface="Calibri"/>
                <a:cs typeface="Calibri"/>
              </a:rPr>
              <a:t>analysis</a:t>
            </a:r>
            <a:r>
              <a:rPr sz="2400" b="1" spc="-70" dirty="0">
                <a:latin typeface="Calibri"/>
                <a:cs typeface="Calibri"/>
              </a:rPr>
              <a:t> </a:t>
            </a:r>
            <a:r>
              <a:rPr sz="2400" b="1" spc="-10" dirty="0">
                <a:latin typeface="Calibri"/>
                <a:cs typeface="Calibri"/>
              </a:rPr>
              <a:t>Netflix </a:t>
            </a:r>
            <a:r>
              <a:rPr sz="2400" b="1" dirty="0">
                <a:latin typeface="Calibri"/>
                <a:cs typeface="Calibri"/>
              </a:rPr>
              <a:t>data</a:t>
            </a:r>
            <a:r>
              <a:rPr sz="2400" b="1" spc="-60" dirty="0">
                <a:latin typeface="Calibri"/>
                <a:cs typeface="Calibri"/>
              </a:rPr>
              <a:t> </a:t>
            </a:r>
            <a:r>
              <a:rPr sz="2400" b="1" dirty="0">
                <a:latin typeface="Calibri"/>
                <a:cs typeface="Calibri"/>
              </a:rPr>
              <a:t>to</a:t>
            </a:r>
            <a:r>
              <a:rPr sz="2400" b="1" spc="-65" dirty="0">
                <a:latin typeface="Calibri"/>
                <a:cs typeface="Calibri"/>
              </a:rPr>
              <a:t> </a:t>
            </a:r>
            <a:r>
              <a:rPr sz="2400" b="1" dirty="0">
                <a:latin typeface="Calibri"/>
                <a:cs typeface="Calibri"/>
              </a:rPr>
              <a:t>discover</a:t>
            </a:r>
            <a:r>
              <a:rPr sz="2400" b="1" spc="-80" dirty="0">
                <a:latin typeface="Calibri"/>
                <a:cs typeface="Calibri"/>
              </a:rPr>
              <a:t> </a:t>
            </a:r>
            <a:r>
              <a:rPr sz="2400" b="1" dirty="0">
                <a:latin typeface="Calibri"/>
                <a:cs typeface="Calibri"/>
              </a:rPr>
              <a:t>trends</a:t>
            </a:r>
            <a:r>
              <a:rPr sz="2400" b="1" spc="-60" dirty="0">
                <a:latin typeface="Calibri"/>
                <a:cs typeface="Calibri"/>
              </a:rPr>
              <a:t> </a:t>
            </a:r>
            <a:r>
              <a:rPr sz="2400" b="1" spc="-25" dirty="0">
                <a:latin typeface="Calibri"/>
                <a:cs typeface="Calibri"/>
              </a:rPr>
              <a:t>in </a:t>
            </a:r>
            <a:r>
              <a:rPr sz="2400" b="1" dirty="0">
                <a:latin typeface="Calibri"/>
                <a:cs typeface="Calibri"/>
              </a:rPr>
              <a:t>content,</a:t>
            </a:r>
            <a:r>
              <a:rPr sz="2400" b="1" spc="-135" dirty="0">
                <a:latin typeface="Calibri"/>
                <a:cs typeface="Calibri"/>
              </a:rPr>
              <a:t> </a:t>
            </a:r>
            <a:r>
              <a:rPr sz="2400" b="1" dirty="0">
                <a:latin typeface="Calibri"/>
                <a:cs typeface="Calibri"/>
              </a:rPr>
              <a:t>genres,</a:t>
            </a:r>
            <a:r>
              <a:rPr sz="2400" b="1" spc="-130" dirty="0">
                <a:latin typeface="Calibri"/>
                <a:cs typeface="Calibri"/>
              </a:rPr>
              <a:t> </a:t>
            </a:r>
            <a:r>
              <a:rPr sz="2400" b="1" spc="-10" dirty="0">
                <a:latin typeface="Calibri"/>
                <a:cs typeface="Calibri"/>
              </a:rPr>
              <a:t>countries, </a:t>
            </a:r>
            <a:r>
              <a:rPr sz="2400" b="1" dirty="0">
                <a:latin typeface="Calibri"/>
                <a:cs typeface="Calibri"/>
              </a:rPr>
              <a:t>and</a:t>
            </a:r>
            <a:r>
              <a:rPr sz="2400" b="1" spc="-85" dirty="0">
                <a:latin typeface="Calibri"/>
                <a:cs typeface="Calibri"/>
              </a:rPr>
              <a:t> </a:t>
            </a:r>
            <a:r>
              <a:rPr sz="2400" b="1" dirty="0">
                <a:latin typeface="Calibri"/>
                <a:cs typeface="Calibri"/>
              </a:rPr>
              <a:t>release</a:t>
            </a:r>
            <a:r>
              <a:rPr sz="2400" b="1" spc="-80" dirty="0">
                <a:latin typeface="Calibri"/>
                <a:cs typeface="Calibri"/>
              </a:rPr>
              <a:t> </a:t>
            </a:r>
            <a:r>
              <a:rPr sz="2400" b="1" dirty="0">
                <a:latin typeface="Calibri"/>
                <a:cs typeface="Calibri"/>
              </a:rPr>
              <a:t>years</a:t>
            </a:r>
            <a:r>
              <a:rPr sz="2400" b="1" spc="-90" dirty="0">
                <a:latin typeface="Calibri"/>
                <a:cs typeface="Calibri"/>
              </a:rPr>
              <a:t> </a:t>
            </a:r>
            <a:r>
              <a:rPr sz="2400" b="1" spc="-10" dirty="0">
                <a:latin typeface="Calibri"/>
                <a:cs typeface="Calibri"/>
              </a:rPr>
              <a:t>using Python.</a:t>
            </a:r>
            <a:endParaRPr sz="240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12192000" y="0"/>
                </a:moveTo>
                <a:lnTo>
                  <a:pt x="0" y="0"/>
                </a:lnTo>
                <a:lnTo>
                  <a:pt x="0" y="6858000"/>
                </a:lnTo>
                <a:lnTo>
                  <a:pt x="12192000" y="6858000"/>
                </a:lnTo>
                <a:lnTo>
                  <a:pt x="12192000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89547"/>
            <a:ext cx="12099401" cy="6768449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0" y="0"/>
              <a:ext cx="12192000" cy="6858000"/>
            </a:xfrm>
            <a:prstGeom prst="rect">
              <a:avLst/>
            </a:prstGeom>
          </p:spPr>
        </p:pic>
        <p:pic>
          <p:nvPicPr>
            <p:cNvPr id="4" name="object 4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3842765" y="4386795"/>
              <a:ext cx="7511034" cy="1192187"/>
            </a:xfrm>
            <a:prstGeom prst="rect">
              <a:avLst/>
            </a:prstGeom>
          </p:spPr>
        </p:pic>
        <p:sp>
          <p:nvSpPr>
            <p:cNvPr id="5" name="object 5"/>
            <p:cNvSpPr/>
            <p:nvPr/>
          </p:nvSpPr>
          <p:spPr>
            <a:xfrm>
              <a:off x="3842765" y="4386795"/>
              <a:ext cx="7511415" cy="1192530"/>
            </a:xfrm>
            <a:custGeom>
              <a:avLst/>
              <a:gdLst/>
              <a:ahLst/>
              <a:cxnLst/>
              <a:rect l="l" t="t" r="r" b="b"/>
              <a:pathLst>
                <a:path w="7511415" h="1192529">
                  <a:moveTo>
                    <a:pt x="0" y="1192187"/>
                  </a:moveTo>
                  <a:lnTo>
                    <a:pt x="7511034" y="1192187"/>
                  </a:lnTo>
                  <a:lnTo>
                    <a:pt x="7511034" y="0"/>
                  </a:lnTo>
                  <a:lnTo>
                    <a:pt x="0" y="0"/>
                  </a:lnTo>
                  <a:lnTo>
                    <a:pt x="0" y="1192187"/>
                  </a:lnTo>
                  <a:close/>
                </a:path>
              </a:pathLst>
            </a:custGeom>
            <a:ln w="12700">
              <a:solidFill>
                <a:srgbClr val="172C5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Rectangle 5">
            <a:extLst>
              <a:ext uri="{FF2B5EF4-FFF2-40B4-BE49-F238E27FC236}">
                <a16:creationId xmlns:a16="http://schemas.microsoft.com/office/drawing/2014/main" id="{7901560A-A801-9356-33E0-184AB82528E0}"/>
              </a:ext>
            </a:extLst>
          </p:cNvPr>
          <p:cNvSpPr/>
          <p:nvPr/>
        </p:nvSpPr>
        <p:spPr>
          <a:xfrm>
            <a:off x="3842764" y="228600"/>
            <a:ext cx="8196835" cy="3810000"/>
          </a:xfrm>
          <a:prstGeom prst="rect">
            <a:avLst/>
          </a:prstGeom>
          <a:blipFill dpi="0"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18768" y="644397"/>
            <a:ext cx="2552065" cy="953135"/>
          </a:xfrm>
          <a:prstGeom prst="rect">
            <a:avLst/>
          </a:prstGeom>
        </p:spPr>
        <p:txBody>
          <a:bodyPr vert="horz" wrap="square" lIns="0" tIns="67945" rIns="0" bIns="0" rtlCol="0">
            <a:spAutoFit/>
          </a:bodyPr>
          <a:lstStyle/>
          <a:p>
            <a:pPr marL="12700" marR="5080">
              <a:lnSpc>
                <a:spcPts val="3460"/>
              </a:lnSpc>
              <a:spcBef>
                <a:spcPts val="535"/>
              </a:spcBef>
            </a:pPr>
            <a:r>
              <a:rPr sz="3200" spc="-10" dirty="0">
                <a:solidFill>
                  <a:srgbClr val="FFFFFF"/>
                </a:solidFill>
                <a:latin typeface="Arial Black"/>
                <a:cs typeface="Arial Black"/>
              </a:rPr>
              <a:t>Problem statements</a:t>
            </a:r>
            <a:endParaRPr sz="3200">
              <a:latin typeface="Arial Black"/>
              <a:cs typeface="Arial Black"/>
            </a:endParaRP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183251" y="987425"/>
            <a:ext cx="6172073" cy="4873625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918768" y="2401950"/>
            <a:ext cx="3745229" cy="279463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58419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FFFFFF"/>
                </a:solidFill>
                <a:latin typeface="Arial Rounded MT Bold"/>
                <a:cs typeface="Arial Rounded MT Bold"/>
              </a:rPr>
              <a:t>Which</a:t>
            </a:r>
            <a:r>
              <a:rPr sz="1600" spc="-35" dirty="0">
                <a:solidFill>
                  <a:srgbClr val="FFFFFF"/>
                </a:solidFill>
                <a:latin typeface="Arial Rounded MT Bold"/>
                <a:cs typeface="Arial Rounded MT Bold"/>
              </a:rPr>
              <a:t> </a:t>
            </a:r>
            <a:r>
              <a:rPr sz="1600" dirty="0">
                <a:solidFill>
                  <a:srgbClr val="FFFFFF"/>
                </a:solidFill>
                <a:latin typeface="Arial Rounded MT Bold"/>
                <a:cs typeface="Arial Rounded MT Bold"/>
              </a:rPr>
              <a:t>content</a:t>
            </a:r>
            <a:r>
              <a:rPr sz="1600" spc="-30" dirty="0">
                <a:solidFill>
                  <a:srgbClr val="FFFFFF"/>
                </a:solidFill>
                <a:latin typeface="Arial Rounded MT Bold"/>
                <a:cs typeface="Arial Rounded MT Bold"/>
              </a:rPr>
              <a:t> </a:t>
            </a:r>
            <a:r>
              <a:rPr sz="1600" dirty="0">
                <a:solidFill>
                  <a:srgbClr val="FFFFFF"/>
                </a:solidFill>
                <a:latin typeface="Arial Rounded MT Bold"/>
                <a:cs typeface="Arial Rounded MT Bold"/>
              </a:rPr>
              <a:t>type</a:t>
            </a:r>
            <a:r>
              <a:rPr sz="1600" spc="-40" dirty="0">
                <a:solidFill>
                  <a:srgbClr val="FFFFFF"/>
                </a:solidFill>
                <a:latin typeface="Arial Rounded MT Bold"/>
                <a:cs typeface="Arial Rounded MT Bold"/>
              </a:rPr>
              <a:t> </a:t>
            </a:r>
            <a:r>
              <a:rPr sz="1600" dirty="0">
                <a:solidFill>
                  <a:srgbClr val="FFFFFF"/>
                </a:solidFill>
                <a:latin typeface="Arial Rounded MT Bold"/>
                <a:cs typeface="Arial Rounded MT Bold"/>
              </a:rPr>
              <a:t>is</a:t>
            </a:r>
            <a:r>
              <a:rPr sz="1600" spc="-30" dirty="0">
                <a:solidFill>
                  <a:srgbClr val="FFFFFF"/>
                </a:solidFill>
                <a:latin typeface="Arial Rounded MT Bold"/>
                <a:cs typeface="Arial Rounded MT Bold"/>
              </a:rPr>
              <a:t> </a:t>
            </a:r>
            <a:r>
              <a:rPr sz="1600" dirty="0">
                <a:solidFill>
                  <a:srgbClr val="FFFFFF"/>
                </a:solidFill>
                <a:latin typeface="Arial Rounded MT Bold"/>
                <a:cs typeface="Arial Rounded MT Bold"/>
              </a:rPr>
              <a:t>more</a:t>
            </a:r>
            <a:r>
              <a:rPr sz="1600" spc="-45" dirty="0">
                <a:solidFill>
                  <a:srgbClr val="FFFFFF"/>
                </a:solidFill>
                <a:latin typeface="Arial Rounded MT Bold"/>
                <a:cs typeface="Arial Rounded MT Bold"/>
              </a:rPr>
              <a:t> </a:t>
            </a:r>
            <a:r>
              <a:rPr sz="1600" spc="-10" dirty="0">
                <a:solidFill>
                  <a:srgbClr val="FFFFFF"/>
                </a:solidFill>
                <a:latin typeface="Arial Rounded MT Bold"/>
                <a:cs typeface="Arial Rounded MT Bold"/>
              </a:rPr>
              <a:t>common?</a:t>
            </a:r>
            <a:endParaRPr sz="1600">
              <a:latin typeface="Arial Rounded MT Bold"/>
              <a:cs typeface="Arial Rounded MT Bold"/>
            </a:endParaRPr>
          </a:p>
          <a:p>
            <a:pPr>
              <a:lnSpc>
                <a:spcPct val="100000"/>
              </a:lnSpc>
            </a:pPr>
            <a:endParaRPr sz="1600">
              <a:latin typeface="Arial Rounded MT Bold"/>
              <a:cs typeface="Arial Rounded MT Bold"/>
            </a:endParaRPr>
          </a:p>
          <a:p>
            <a:pPr>
              <a:lnSpc>
                <a:spcPct val="100000"/>
              </a:lnSpc>
              <a:spcBef>
                <a:spcPts val="110"/>
              </a:spcBef>
            </a:pPr>
            <a:endParaRPr sz="1600">
              <a:latin typeface="Arial Rounded MT Bold"/>
              <a:cs typeface="Arial Rounded MT Bold"/>
            </a:endParaRPr>
          </a:p>
          <a:p>
            <a:pPr marL="12700" marR="379095" indent="50165">
              <a:lnSpc>
                <a:spcPts val="1730"/>
              </a:lnSpc>
            </a:pPr>
            <a:r>
              <a:rPr sz="1600" dirty="0">
                <a:solidFill>
                  <a:srgbClr val="FFFFFF"/>
                </a:solidFill>
                <a:latin typeface="Arial Rounded MT Bold"/>
                <a:cs typeface="Arial Rounded MT Bold"/>
              </a:rPr>
              <a:t>Which</a:t>
            </a:r>
            <a:r>
              <a:rPr sz="1600" spc="-40" dirty="0">
                <a:solidFill>
                  <a:srgbClr val="FFFFFF"/>
                </a:solidFill>
                <a:latin typeface="Arial Rounded MT Bold"/>
                <a:cs typeface="Arial Rounded MT Bold"/>
              </a:rPr>
              <a:t> </a:t>
            </a:r>
            <a:r>
              <a:rPr sz="1600" dirty="0">
                <a:solidFill>
                  <a:srgbClr val="FFFFFF"/>
                </a:solidFill>
                <a:latin typeface="Arial Rounded MT Bold"/>
                <a:cs typeface="Arial Rounded MT Bold"/>
              </a:rPr>
              <a:t>country</a:t>
            </a:r>
            <a:r>
              <a:rPr sz="1600" spc="-25" dirty="0">
                <a:solidFill>
                  <a:srgbClr val="FFFFFF"/>
                </a:solidFill>
                <a:latin typeface="Arial Rounded MT Bold"/>
                <a:cs typeface="Arial Rounded MT Bold"/>
              </a:rPr>
              <a:t> </a:t>
            </a:r>
            <a:r>
              <a:rPr sz="1600" spc="-10" dirty="0">
                <a:solidFill>
                  <a:srgbClr val="FFFFFF"/>
                </a:solidFill>
                <a:latin typeface="Arial Rounded MT Bold"/>
                <a:cs typeface="Arial Rounded MT Bold"/>
              </a:rPr>
              <a:t>produces</a:t>
            </a:r>
            <a:r>
              <a:rPr sz="1600" spc="-35" dirty="0">
                <a:solidFill>
                  <a:srgbClr val="FFFFFF"/>
                </a:solidFill>
                <a:latin typeface="Arial Rounded MT Bold"/>
                <a:cs typeface="Arial Rounded MT Bold"/>
              </a:rPr>
              <a:t> </a:t>
            </a:r>
            <a:r>
              <a:rPr sz="1600" dirty="0">
                <a:solidFill>
                  <a:srgbClr val="FFFFFF"/>
                </a:solidFill>
                <a:latin typeface="Arial Rounded MT Bold"/>
                <a:cs typeface="Arial Rounded MT Bold"/>
              </a:rPr>
              <a:t>the</a:t>
            </a:r>
            <a:r>
              <a:rPr sz="1600" spc="-30" dirty="0">
                <a:solidFill>
                  <a:srgbClr val="FFFFFF"/>
                </a:solidFill>
                <a:latin typeface="Arial Rounded MT Bold"/>
                <a:cs typeface="Arial Rounded MT Bold"/>
              </a:rPr>
              <a:t> </a:t>
            </a:r>
            <a:r>
              <a:rPr sz="1600" spc="-20" dirty="0">
                <a:solidFill>
                  <a:srgbClr val="FFFFFF"/>
                </a:solidFill>
                <a:latin typeface="Arial Rounded MT Bold"/>
                <a:cs typeface="Arial Rounded MT Bold"/>
              </a:rPr>
              <a:t>most </a:t>
            </a:r>
            <a:r>
              <a:rPr sz="1600" spc="-10" dirty="0">
                <a:solidFill>
                  <a:srgbClr val="FFFFFF"/>
                </a:solidFill>
                <a:latin typeface="Arial Rounded MT Bold"/>
                <a:cs typeface="Arial Rounded MT Bold"/>
              </a:rPr>
              <a:t>content?</a:t>
            </a:r>
            <a:endParaRPr sz="1600">
              <a:latin typeface="Arial Rounded MT Bold"/>
              <a:cs typeface="Arial Rounded MT Bold"/>
            </a:endParaRPr>
          </a:p>
          <a:p>
            <a:pPr>
              <a:lnSpc>
                <a:spcPct val="100000"/>
              </a:lnSpc>
              <a:spcBef>
                <a:spcPts val="1664"/>
              </a:spcBef>
            </a:pPr>
            <a:endParaRPr sz="1600">
              <a:latin typeface="Arial Rounded MT Bold"/>
              <a:cs typeface="Arial Rounded MT Bold"/>
            </a:endParaRPr>
          </a:p>
          <a:p>
            <a:pPr marL="62865">
              <a:lnSpc>
                <a:spcPct val="100000"/>
              </a:lnSpc>
            </a:pPr>
            <a:r>
              <a:rPr sz="1600" dirty="0">
                <a:solidFill>
                  <a:srgbClr val="FFFFFF"/>
                </a:solidFill>
                <a:latin typeface="Arial Rounded MT Bold"/>
                <a:cs typeface="Arial Rounded MT Bold"/>
              </a:rPr>
              <a:t>Which</a:t>
            </a:r>
            <a:r>
              <a:rPr sz="1600" spc="-55" dirty="0">
                <a:solidFill>
                  <a:srgbClr val="FFFFFF"/>
                </a:solidFill>
                <a:latin typeface="Arial Rounded MT Bold"/>
                <a:cs typeface="Arial Rounded MT Bold"/>
              </a:rPr>
              <a:t> </a:t>
            </a:r>
            <a:r>
              <a:rPr sz="1600" spc="-10" dirty="0">
                <a:solidFill>
                  <a:srgbClr val="FFFFFF"/>
                </a:solidFill>
                <a:latin typeface="Arial Rounded MT Bold"/>
                <a:cs typeface="Arial Rounded MT Bold"/>
              </a:rPr>
              <a:t>genres</a:t>
            </a:r>
            <a:r>
              <a:rPr sz="1600" spc="-50" dirty="0">
                <a:solidFill>
                  <a:srgbClr val="FFFFFF"/>
                </a:solidFill>
                <a:latin typeface="Arial Rounded MT Bold"/>
                <a:cs typeface="Arial Rounded MT Bold"/>
              </a:rPr>
              <a:t> </a:t>
            </a:r>
            <a:r>
              <a:rPr sz="1600" dirty="0">
                <a:solidFill>
                  <a:srgbClr val="FFFFFF"/>
                </a:solidFill>
                <a:latin typeface="Arial Rounded MT Bold"/>
                <a:cs typeface="Arial Rounded MT Bold"/>
              </a:rPr>
              <a:t>are</a:t>
            </a:r>
            <a:r>
              <a:rPr sz="1600" spc="-50" dirty="0">
                <a:solidFill>
                  <a:srgbClr val="FFFFFF"/>
                </a:solidFill>
                <a:latin typeface="Arial Rounded MT Bold"/>
                <a:cs typeface="Arial Rounded MT Bold"/>
              </a:rPr>
              <a:t> </a:t>
            </a:r>
            <a:r>
              <a:rPr sz="1600" dirty="0">
                <a:solidFill>
                  <a:srgbClr val="FFFFFF"/>
                </a:solidFill>
                <a:latin typeface="Arial Rounded MT Bold"/>
                <a:cs typeface="Arial Rounded MT Bold"/>
              </a:rPr>
              <a:t>most</a:t>
            </a:r>
            <a:r>
              <a:rPr sz="1600" spc="-65" dirty="0">
                <a:solidFill>
                  <a:srgbClr val="FFFFFF"/>
                </a:solidFill>
                <a:latin typeface="Arial Rounded MT Bold"/>
                <a:cs typeface="Arial Rounded MT Bold"/>
              </a:rPr>
              <a:t> </a:t>
            </a:r>
            <a:r>
              <a:rPr sz="1600" spc="-10" dirty="0">
                <a:solidFill>
                  <a:srgbClr val="FFFFFF"/>
                </a:solidFill>
                <a:latin typeface="Arial Rounded MT Bold"/>
                <a:cs typeface="Arial Rounded MT Bold"/>
              </a:rPr>
              <a:t>popular?</a:t>
            </a:r>
            <a:endParaRPr sz="1600">
              <a:latin typeface="Arial Rounded MT Bold"/>
              <a:cs typeface="Arial Rounded MT Bold"/>
            </a:endParaRPr>
          </a:p>
          <a:p>
            <a:pPr>
              <a:lnSpc>
                <a:spcPct val="100000"/>
              </a:lnSpc>
            </a:pPr>
            <a:endParaRPr sz="1600">
              <a:latin typeface="Arial Rounded MT Bold"/>
              <a:cs typeface="Arial Rounded MT Bold"/>
            </a:endParaRPr>
          </a:p>
          <a:p>
            <a:pPr>
              <a:lnSpc>
                <a:spcPct val="100000"/>
              </a:lnSpc>
              <a:spcBef>
                <a:spcPts val="40"/>
              </a:spcBef>
            </a:pPr>
            <a:endParaRPr sz="1600">
              <a:latin typeface="Arial Rounded MT Bold"/>
              <a:cs typeface="Arial Rounded MT Bold"/>
            </a:endParaRPr>
          </a:p>
          <a:p>
            <a:pPr marL="12700" marR="6985">
              <a:lnSpc>
                <a:spcPts val="1730"/>
              </a:lnSpc>
            </a:pPr>
            <a:r>
              <a:rPr sz="1600" dirty="0">
                <a:solidFill>
                  <a:srgbClr val="FFFFFF"/>
                </a:solidFill>
                <a:latin typeface="Arial Rounded MT Bold"/>
                <a:cs typeface="Arial Rounded MT Bold"/>
              </a:rPr>
              <a:t>How</a:t>
            </a:r>
            <a:r>
              <a:rPr sz="1600" spc="-25" dirty="0">
                <a:solidFill>
                  <a:srgbClr val="FFFFFF"/>
                </a:solidFill>
                <a:latin typeface="Arial Rounded MT Bold"/>
                <a:cs typeface="Arial Rounded MT Bold"/>
              </a:rPr>
              <a:t> </a:t>
            </a:r>
            <a:r>
              <a:rPr sz="1600" dirty="0">
                <a:solidFill>
                  <a:srgbClr val="FFFFFF"/>
                </a:solidFill>
                <a:latin typeface="Arial Rounded MT Bold"/>
                <a:cs typeface="Arial Rounded MT Bold"/>
              </a:rPr>
              <a:t>has</a:t>
            </a:r>
            <a:r>
              <a:rPr sz="1600" spc="-30" dirty="0">
                <a:solidFill>
                  <a:srgbClr val="FFFFFF"/>
                </a:solidFill>
                <a:latin typeface="Arial Rounded MT Bold"/>
                <a:cs typeface="Arial Rounded MT Bold"/>
              </a:rPr>
              <a:t> </a:t>
            </a:r>
            <a:r>
              <a:rPr sz="1600" dirty="0">
                <a:solidFill>
                  <a:srgbClr val="FFFFFF"/>
                </a:solidFill>
                <a:latin typeface="Arial Rounded MT Bold"/>
                <a:cs typeface="Arial Rounded MT Bold"/>
              </a:rPr>
              <a:t>Netflix</a:t>
            </a:r>
            <a:r>
              <a:rPr sz="1600" spc="-5" dirty="0">
                <a:solidFill>
                  <a:srgbClr val="FFFFFF"/>
                </a:solidFill>
                <a:latin typeface="Arial Rounded MT Bold"/>
                <a:cs typeface="Arial Rounded MT Bold"/>
              </a:rPr>
              <a:t> </a:t>
            </a:r>
            <a:r>
              <a:rPr sz="1600" dirty="0">
                <a:solidFill>
                  <a:srgbClr val="FFFFFF"/>
                </a:solidFill>
                <a:latin typeface="Arial Rounded MT Bold"/>
                <a:cs typeface="Arial Rounded MT Bold"/>
              </a:rPr>
              <a:t>content</a:t>
            </a:r>
            <a:r>
              <a:rPr sz="1600" spc="-20" dirty="0">
                <a:solidFill>
                  <a:srgbClr val="FFFFFF"/>
                </a:solidFill>
                <a:latin typeface="Arial Rounded MT Bold"/>
                <a:cs typeface="Arial Rounded MT Bold"/>
              </a:rPr>
              <a:t> </a:t>
            </a:r>
            <a:r>
              <a:rPr sz="1600" spc="-10" dirty="0">
                <a:solidFill>
                  <a:srgbClr val="FFFFFF"/>
                </a:solidFill>
                <a:latin typeface="Arial Rounded MT Bold"/>
                <a:cs typeface="Arial Rounded MT Bold"/>
              </a:rPr>
              <a:t>changed</a:t>
            </a:r>
            <a:r>
              <a:rPr sz="1600" spc="-20" dirty="0">
                <a:solidFill>
                  <a:srgbClr val="FFFFFF"/>
                </a:solidFill>
                <a:latin typeface="Arial Rounded MT Bold"/>
                <a:cs typeface="Arial Rounded MT Bold"/>
              </a:rPr>
              <a:t> over </a:t>
            </a:r>
            <a:r>
              <a:rPr sz="1600" spc="-10" dirty="0">
                <a:solidFill>
                  <a:srgbClr val="FFFFFF"/>
                </a:solidFill>
                <a:latin typeface="Arial Rounded MT Bold"/>
                <a:cs typeface="Arial Rounded MT Bold"/>
              </a:rPr>
              <a:t>time?</a:t>
            </a:r>
            <a:endParaRPr sz="1600">
              <a:latin typeface="Arial Rounded MT Bold"/>
              <a:cs typeface="Arial Rounded MT Bold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310388" y="1286332"/>
            <a:ext cx="2286000" cy="5746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600" spc="-25" dirty="0">
                <a:solidFill>
                  <a:srgbClr val="FFFFFF"/>
                </a:solidFill>
                <a:latin typeface="Calibri Light"/>
                <a:cs typeface="Calibri Light"/>
              </a:rPr>
              <a:t>Future</a:t>
            </a:r>
            <a:r>
              <a:rPr sz="3600" spc="-155" dirty="0">
                <a:solidFill>
                  <a:srgbClr val="FFFFFF"/>
                </a:solidFill>
                <a:latin typeface="Calibri Light"/>
                <a:cs typeface="Calibri Light"/>
              </a:rPr>
              <a:t> </a:t>
            </a:r>
            <a:r>
              <a:rPr sz="3600" spc="-40" dirty="0">
                <a:solidFill>
                  <a:srgbClr val="FFFFFF"/>
                </a:solidFill>
                <a:latin typeface="Calibri Light"/>
                <a:cs typeface="Calibri Light"/>
              </a:rPr>
              <a:t>Work</a:t>
            </a:r>
            <a:endParaRPr sz="3600">
              <a:latin typeface="Calibri Light"/>
              <a:cs typeface="Calibri Light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310388" y="2137409"/>
            <a:ext cx="4359275" cy="3683635"/>
          </a:xfrm>
          <a:prstGeom prst="rect">
            <a:avLst/>
          </a:prstGeom>
        </p:spPr>
        <p:txBody>
          <a:bodyPr vert="horz" wrap="square" lIns="0" tIns="53975" rIns="0" bIns="0" rtlCol="0">
            <a:spAutoFit/>
          </a:bodyPr>
          <a:lstStyle/>
          <a:p>
            <a:pPr marL="12700" marR="838835">
              <a:lnSpc>
                <a:spcPts val="2590"/>
              </a:lnSpc>
              <a:spcBef>
                <a:spcPts val="425"/>
              </a:spcBef>
            </a:pPr>
            <a:r>
              <a:rPr sz="2400" spc="-10" dirty="0">
                <a:solidFill>
                  <a:srgbClr val="FFFFFF"/>
                </a:solidFill>
                <a:latin typeface="Calibri Light"/>
                <a:cs typeface="Calibri Light"/>
              </a:rPr>
              <a:t>→Develop</a:t>
            </a:r>
            <a:r>
              <a:rPr sz="2400" spc="-40" dirty="0">
                <a:solidFill>
                  <a:srgbClr val="FFFFFF"/>
                </a:solidFill>
                <a:latin typeface="Calibri Light"/>
                <a:cs typeface="Calibri Light"/>
              </a:rPr>
              <a:t> </a:t>
            </a:r>
            <a:r>
              <a:rPr sz="2400" dirty="0">
                <a:solidFill>
                  <a:srgbClr val="FFFFFF"/>
                </a:solidFill>
                <a:latin typeface="Calibri Light"/>
                <a:cs typeface="Calibri Light"/>
              </a:rPr>
              <a:t>an</a:t>
            </a:r>
            <a:r>
              <a:rPr sz="2400" spc="-20" dirty="0">
                <a:solidFill>
                  <a:srgbClr val="FFFFFF"/>
                </a:solidFill>
                <a:latin typeface="Calibri Light"/>
                <a:cs typeface="Calibri Light"/>
              </a:rPr>
              <a:t> </a:t>
            </a:r>
            <a:r>
              <a:rPr sz="2400" spc="-10" dirty="0">
                <a:solidFill>
                  <a:srgbClr val="FFFFFF"/>
                </a:solidFill>
                <a:latin typeface="Calibri Light"/>
                <a:cs typeface="Calibri Light"/>
              </a:rPr>
              <a:t>interactive </a:t>
            </a:r>
            <a:r>
              <a:rPr sz="2400" dirty="0">
                <a:solidFill>
                  <a:srgbClr val="FFFFFF"/>
                </a:solidFill>
                <a:latin typeface="Calibri Light"/>
                <a:cs typeface="Calibri Light"/>
              </a:rPr>
              <a:t>dashboard</a:t>
            </a:r>
            <a:r>
              <a:rPr sz="2400" spc="-30" dirty="0">
                <a:solidFill>
                  <a:srgbClr val="FFFFFF"/>
                </a:solidFill>
                <a:latin typeface="Calibri Light"/>
                <a:cs typeface="Calibri Light"/>
              </a:rPr>
              <a:t> </a:t>
            </a:r>
            <a:r>
              <a:rPr sz="2400" dirty="0">
                <a:solidFill>
                  <a:srgbClr val="FFFFFF"/>
                </a:solidFill>
                <a:latin typeface="Calibri Light"/>
                <a:cs typeface="Calibri Light"/>
              </a:rPr>
              <a:t>using</a:t>
            </a:r>
            <a:r>
              <a:rPr sz="2400" spc="-35" dirty="0">
                <a:solidFill>
                  <a:srgbClr val="FFFFFF"/>
                </a:solidFill>
                <a:latin typeface="Calibri Light"/>
                <a:cs typeface="Calibri Light"/>
              </a:rPr>
              <a:t> </a:t>
            </a:r>
            <a:r>
              <a:rPr sz="2400" spc="-20" dirty="0">
                <a:solidFill>
                  <a:srgbClr val="FFFFFF"/>
                </a:solidFill>
                <a:latin typeface="Calibri Light"/>
                <a:cs typeface="Calibri Light"/>
              </a:rPr>
              <a:t>Streamlit</a:t>
            </a:r>
            <a:r>
              <a:rPr sz="2400" spc="-95" dirty="0">
                <a:solidFill>
                  <a:srgbClr val="FFFFFF"/>
                </a:solidFill>
                <a:latin typeface="Calibri Light"/>
                <a:cs typeface="Calibri Light"/>
              </a:rPr>
              <a:t> </a:t>
            </a:r>
            <a:r>
              <a:rPr sz="2400" spc="-25" dirty="0">
                <a:solidFill>
                  <a:srgbClr val="FFFFFF"/>
                </a:solidFill>
                <a:latin typeface="Calibri Light"/>
                <a:cs typeface="Calibri Light"/>
              </a:rPr>
              <a:t>or Power</a:t>
            </a:r>
            <a:r>
              <a:rPr sz="2400" spc="-105" dirty="0">
                <a:solidFill>
                  <a:srgbClr val="FFFFFF"/>
                </a:solidFill>
                <a:latin typeface="Calibri Light"/>
                <a:cs typeface="Calibri Light"/>
              </a:rPr>
              <a:t> </a:t>
            </a:r>
            <a:r>
              <a:rPr sz="2400" spc="-25" dirty="0">
                <a:solidFill>
                  <a:srgbClr val="FFFFFF"/>
                </a:solidFill>
                <a:latin typeface="Calibri Light"/>
                <a:cs typeface="Calibri Light"/>
              </a:rPr>
              <a:t>BI.</a:t>
            </a:r>
            <a:endParaRPr sz="2400">
              <a:latin typeface="Calibri Light"/>
              <a:cs typeface="Calibri Light"/>
            </a:endParaRPr>
          </a:p>
          <a:p>
            <a:pPr marL="12700">
              <a:lnSpc>
                <a:spcPts val="2415"/>
              </a:lnSpc>
            </a:pPr>
            <a:r>
              <a:rPr sz="2400" dirty="0">
                <a:solidFill>
                  <a:srgbClr val="FFFFFF"/>
                </a:solidFill>
                <a:latin typeface="Calibri Light"/>
                <a:cs typeface="Calibri Light"/>
              </a:rPr>
              <a:t>→</a:t>
            </a:r>
            <a:r>
              <a:rPr sz="2400" spc="-80" dirty="0">
                <a:solidFill>
                  <a:srgbClr val="FFFFFF"/>
                </a:solidFill>
                <a:latin typeface="Calibri Light"/>
                <a:cs typeface="Calibri Light"/>
              </a:rPr>
              <a:t> </a:t>
            </a:r>
            <a:r>
              <a:rPr sz="2400" dirty="0">
                <a:solidFill>
                  <a:srgbClr val="FFFFFF"/>
                </a:solidFill>
                <a:latin typeface="Calibri Light"/>
                <a:cs typeface="Calibri Light"/>
              </a:rPr>
              <a:t>Apply</a:t>
            </a:r>
            <a:r>
              <a:rPr sz="2400" spc="-30" dirty="0">
                <a:solidFill>
                  <a:srgbClr val="FFFFFF"/>
                </a:solidFill>
                <a:latin typeface="Calibri Light"/>
                <a:cs typeface="Calibri Light"/>
              </a:rPr>
              <a:t> </a:t>
            </a:r>
            <a:r>
              <a:rPr sz="2400" spc="-20" dirty="0">
                <a:solidFill>
                  <a:srgbClr val="FFFFFF"/>
                </a:solidFill>
                <a:latin typeface="Calibri Light"/>
                <a:cs typeface="Calibri Light"/>
              </a:rPr>
              <a:t>Machine</a:t>
            </a:r>
            <a:r>
              <a:rPr sz="2400" spc="-80" dirty="0">
                <a:solidFill>
                  <a:srgbClr val="FFFFFF"/>
                </a:solidFill>
                <a:latin typeface="Calibri Light"/>
                <a:cs typeface="Calibri Light"/>
              </a:rPr>
              <a:t> </a:t>
            </a:r>
            <a:r>
              <a:rPr sz="2400" spc="-10" dirty="0">
                <a:solidFill>
                  <a:srgbClr val="FFFFFF"/>
                </a:solidFill>
                <a:latin typeface="Calibri Light"/>
                <a:cs typeface="Calibri Light"/>
              </a:rPr>
              <a:t>Learning</a:t>
            </a:r>
            <a:r>
              <a:rPr sz="2400" spc="-90" dirty="0">
                <a:solidFill>
                  <a:srgbClr val="FFFFFF"/>
                </a:solidFill>
                <a:latin typeface="Calibri Light"/>
                <a:cs typeface="Calibri Light"/>
              </a:rPr>
              <a:t> </a:t>
            </a:r>
            <a:r>
              <a:rPr sz="2400" spc="-25" dirty="0">
                <a:solidFill>
                  <a:srgbClr val="FFFFFF"/>
                </a:solidFill>
                <a:latin typeface="Calibri Light"/>
                <a:cs typeface="Calibri Light"/>
              </a:rPr>
              <a:t>to</a:t>
            </a:r>
            <a:endParaRPr sz="2400">
              <a:latin typeface="Calibri Light"/>
              <a:cs typeface="Calibri Light"/>
            </a:endParaRPr>
          </a:p>
          <a:p>
            <a:pPr marL="12700">
              <a:lnSpc>
                <a:spcPts val="2595"/>
              </a:lnSpc>
            </a:pPr>
            <a:r>
              <a:rPr sz="2400" dirty="0">
                <a:solidFill>
                  <a:srgbClr val="FFFFFF"/>
                </a:solidFill>
                <a:latin typeface="Calibri Light"/>
                <a:cs typeface="Calibri Light"/>
              </a:rPr>
              <a:t>build</a:t>
            </a:r>
            <a:r>
              <a:rPr sz="2400" spc="-10" dirty="0">
                <a:solidFill>
                  <a:srgbClr val="FFFFFF"/>
                </a:solidFill>
                <a:latin typeface="Calibri Light"/>
                <a:cs typeface="Calibri Light"/>
              </a:rPr>
              <a:t> </a:t>
            </a:r>
            <a:r>
              <a:rPr sz="2400" dirty="0">
                <a:solidFill>
                  <a:srgbClr val="FFFFFF"/>
                </a:solidFill>
                <a:latin typeface="Calibri Light"/>
                <a:cs typeface="Calibri Light"/>
              </a:rPr>
              <a:t>a</a:t>
            </a:r>
            <a:r>
              <a:rPr sz="2400" spc="-20" dirty="0">
                <a:solidFill>
                  <a:srgbClr val="FFFFFF"/>
                </a:solidFill>
                <a:latin typeface="Calibri Light"/>
                <a:cs typeface="Calibri Light"/>
              </a:rPr>
              <a:t> </a:t>
            </a:r>
            <a:r>
              <a:rPr sz="2400" spc="-10" dirty="0">
                <a:solidFill>
                  <a:srgbClr val="FFFFFF"/>
                </a:solidFill>
                <a:latin typeface="Calibri Light"/>
                <a:cs typeface="Calibri Light"/>
              </a:rPr>
              <a:t>Netflix</a:t>
            </a:r>
            <a:endParaRPr sz="2400">
              <a:latin typeface="Calibri Light"/>
              <a:cs typeface="Calibri Light"/>
            </a:endParaRPr>
          </a:p>
          <a:p>
            <a:pPr marL="12700" marR="5080">
              <a:lnSpc>
                <a:spcPts val="2590"/>
              </a:lnSpc>
              <a:spcBef>
                <a:spcPts val="185"/>
              </a:spcBef>
            </a:pPr>
            <a:r>
              <a:rPr sz="2400" dirty="0">
                <a:solidFill>
                  <a:srgbClr val="FFFFFF"/>
                </a:solidFill>
                <a:latin typeface="Calibri Light"/>
                <a:cs typeface="Calibri Light"/>
              </a:rPr>
              <a:t>→</a:t>
            </a:r>
            <a:r>
              <a:rPr sz="2400" spc="-80" dirty="0">
                <a:solidFill>
                  <a:srgbClr val="FFFFFF"/>
                </a:solidFill>
                <a:latin typeface="Calibri Light"/>
                <a:cs typeface="Calibri Light"/>
              </a:rPr>
              <a:t> </a:t>
            </a:r>
            <a:r>
              <a:rPr sz="2400" dirty="0">
                <a:solidFill>
                  <a:srgbClr val="FFFFFF"/>
                </a:solidFill>
                <a:latin typeface="Calibri Light"/>
                <a:cs typeface="Calibri Light"/>
              </a:rPr>
              <a:t>Analysis</a:t>
            </a:r>
            <a:r>
              <a:rPr sz="2400" spc="-55" dirty="0">
                <a:solidFill>
                  <a:srgbClr val="FFFFFF"/>
                </a:solidFill>
                <a:latin typeface="Calibri Light"/>
                <a:cs typeface="Calibri Light"/>
              </a:rPr>
              <a:t> </a:t>
            </a:r>
            <a:r>
              <a:rPr sz="2400" dirty="0">
                <a:solidFill>
                  <a:srgbClr val="FFFFFF"/>
                </a:solidFill>
                <a:latin typeface="Calibri Light"/>
                <a:cs typeface="Calibri Light"/>
              </a:rPr>
              <a:t>user</a:t>
            </a:r>
            <a:r>
              <a:rPr sz="2400" spc="-35" dirty="0">
                <a:solidFill>
                  <a:srgbClr val="FFFFFF"/>
                </a:solidFill>
                <a:latin typeface="Calibri Light"/>
                <a:cs typeface="Calibri Light"/>
              </a:rPr>
              <a:t> </a:t>
            </a:r>
            <a:r>
              <a:rPr sz="2400" dirty="0">
                <a:solidFill>
                  <a:srgbClr val="FFFFFF"/>
                </a:solidFill>
                <a:latin typeface="Calibri Light"/>
                <a:cs typeface="Calibri Light"/>
              </a:rPr>
              <a:t>ratings</a:t>
            </a:r>
            <a:r>
              <a:rPr sz="2400" spc="-70" dirty="0">
                <a:solidFill>
                  <a:srgbClr val="FFFFFF"/>
                </a:solidFill>
                <a:latin typeface="Calibri Light"/>
                <a:cs typeface="Calibri Light"/>
              </a:rPr>
              <a:t> </a:t>
            </a:r>
            <a:r>
              <a:rPr sz="2400" dirty="0">
                <a:solidFill>
                  <a:srgbClr val="FFFFFF"/>
                </a:solidFill>
                <a:latin typeface="Calibri Light"/>
                <a:cs typeface="Calibri Light"/>
              </a:rPr>
              <a:t>and</a:t>
            </a:r>
            <a:r>
              <a:rPr sz="2400" spc="-35" dirty="0">
                <a:solidFill>
                  <a:srgbClr val="FFFFFF"/>
                </a:solidFill>
                <a:latin typeface="Calibri Light"/>
                <a:cs typeface="Calibri Light"/>
              </a:rPr>
              <a:t> </a:t>
            </a:r>
            <a:r>
              <a:rPr sz="2400" spc="-10" dirty="0">
                <a:solidFill>
                  <a:srgbClr val="FFFFFF"/>
                </a:solidFill>
                <a:latin typeface="Calibri Light"/>
                <a:cs typeface="Calibri Light"/>
              </a:rPr>
              <a:t>viewing </a:t>
            </a:r>
            <a:r>
              <a:rPr sz="2400" dirty="0">
                <a:solidFill>
                  <a:srgbClr val="FFFFFF"/>
                </a:solidFill>
                <a:latin typeface="Calibri Light"/>
                <a:cs typeface="Calibri Light"/>
              </a:rPr>
              <a:t>patterns</a:t>
            </a:r>
            <a:r>
              <a:rPr sz="2400" spc="-100" dirty="0">
                <a:solidFill>
                  <a:srgbClr val="FFFFFF"/>
                </a:solidFill>
                <a:latin typeface="Calibri Light"/>
                <a:cs typeface="Calibri Light"/>
              </a:rPr>
              <a:t> </a:t>
            </a:r>
            <a:r>
              <a:rPr sz="2400" dirty="0">
                <a:solidFill>
                  <a:srgbClr val="FFFFFF"/>
                </a:solidFill>
                <a:latin typeface="Calibri Light"/>
                <a:cs typeface="Calibri Light"/>
              </a:rPr>
              <a:t>for</a:t>
            </a:r>
            <a:r>
              <a:rPr sz="2400" spc="-95" dirty="0">
                <a:solidFill>
                  <a:srgbClr val="FFFFFF"/>
                </a:solidFill>
                <a:latin typeface="Calibri Light"/>
                <a:cs typeface="Calibri Light"/>
              </a:rPr>
              <a:t> </a:t>
            </a:r>
            <a:r>
              <a:rPr sz="2400" dirty="0">
                <a:solidFill>
                  <a:srgbClr val="FFFFFF"/>
                </a:solidFill>
                <a:latin typeface="Calibri Light"/>
                <a:cs typeface="Calibri Light"/>
              </a:rPr>
              <a:t>deeper</a:t>
            </a:r>
            <a:r>
              <a:rPr sz="2400" spc="-80" dirty="0">
                <a:solidFill>
                  <a:srgbClr val="FFFFFF"/>
                </a:solidFill>
                <a:latin typeface="Calibri Light"/>
                <a:cs typeface="Calibri Light"/>
              </a:rPr>
              <a:t> </a:t>
            </a:r>
            <a:r>
              <a:rPr sz="2400" spc="-10" dirty="0">
                <a:solidFill>
                  <a:srgbClr val="FFFFFF"/>
                </a:solidFill>
                <a:latin typeface="Calibri Light"/>
                <a:cs typeface="Calibri Light"/>
              </a:rPr>
              <a:t>insights.</a:t>
            </a:r>
            <a:endParaRPr sz="2400">
              <a:latin typeface="Calibri Light"/>
              <a:cs typeface="Calibri Light"/>
            </a:endParaRPr>
          </a:p>
          <a:p>
            <a:pPr marL="12700" marR="66040">
              <a:lnSpc>
                <a:spcPts val="2590"/>
              </a:lnSpc>
              <a:spcBef>
                <a:spcPts val="5"/>
              </a:spcBef>
            </a:pPr>
            <a:r>
              <a:rPr sz="2400" dirty="0">
                <a:solidFill>
                  <a:srgbClr val="FFFFFF"/>
                </a:solidFill>
                <a:latin typeface="Calibri Light"/>
                <a:cs typeface="Calibri Light"/>
              </a:rPr>
              <a:t>→</a:t>
            </a:r>
            <a:r>
              <a:rPr sz="2400" spc="-70" dirty="0">
                <a:solidFill>
                  <a:srgbClr val="FFFFFF"/>
                </a:solidFill>
                <a:latin typeface="Calibri Light"/>
                <a:cs typeface="Calibri Light"/>
              </a:rPr>
              <a:t> </a:t>
            </a:r>
            <a:r>
              <a:rPr sz="2400" dirty="0">
                <a:solidFill>
                  <a:srgbClr val="FFFFFF"/>
                </a:solidFill>
                <a:latin typeface="Calibri Light"/>
                <a:cs typeface="Calibri Light"/>
              </a:rPr>
              <a:t>Use</a:t>
            </a:r>
            <a:r>
              <a:rPr sz="2400" spc="-35" dirty="0">
                <a:solidFill>
                  <a:srgbClr val="FFFFFF"/>
                </a:solidFill>
                <a:latin typeface="Calibri Light"/>
                <a:cs typeface="Calibri Light"/>
              </a:rPr>
              <a:t> </a:t>
            </a:r>
            <a:r>
              <a:rPr sz="2400" spc="-20" dirty="0">
                <a:solidFill>
                  <a:srgbClr val="FFFFFF"/>
                </a:solidFill>
                <a:latin typeface="Calibri Light"/>
                <a:cs typeface="Calibri Light"/>
              </a:rPr>
              <a:t>real-</a:t>
            </a:r>
            <a:r>
              <a:rPr sz="2400" dirty="0">
                <a:solidFill>
                  <a:srgbClr val="FFFFFF"/>
                </a:solidFill>
                <a:latin typeface="Calibri Light"/>
                <a:cs typeface="Calibri Light"/>
              </a:rPr>
              <a:t>time</a:t>
            </a:r>
            <a:r>
              <a:rPr sz="2400" spc="-45" dirty="0">
                <a:solidFill>
                  <a:srgbClr val="FFFFFF"/>
                </a:solidFill>
                <a:latin typeface="Calibri Light"/>
                <a:cs typeface="Calibri Light"/>
              </a:rPr>
              <a:t> </a:t>
            </a:r>
            <a:r>
              <a:rPr sz="2400" dirty="0">
                <a:solidFill>
                  <a:srgbClr val="FFFFFF"/>
                </a:solidFill>
                <a:latin typeface="Calibri Light"/>
                <a:cs typeface="Calibri Light"/>
              </a:rPr>
              <a:t>or</a:t>
            </a:r>
            <a:r>
              <a:rPr sz="2400" spc="-30" dirty="0">
                <a:solidFill>
                  <a:srgbClr val="FFFFFF"/>
                </a:solidFill>
                <a:latin typeface="Calibri Light"/>
                <a:cs typeface="Calibri Light"/>
              </a:rPr>
              <a:t> </a:t>
            </a:r>
            <a:r>
              <a:rPr sz="2400" dirty="0">
                <a:solidFill>
                  <a:srgbClr val="FFFFFF"/>
                </a:solidFill>
                <a:latin typeface="Calibri Light"/>
                <a:cs typeface="Calibri Light"/>
              </a:rPr>
              <a:t>updated</a:t>
            </a:r>
            <a:r>
              <a:rPr sz="2400" spc="-30" dirty="0">
                <a:solidFill>
                  <a:srgbClr val="FFFFFF"/>
                </a:solidFill>
                <a:latin typeface="Calibri Light"/>
                <a:cs typeface="Calibri Light"/>
              </a:rPr>
              <a:t> </a:t>
            </a:r>
            <a:r>
              <a:rPr sz="2400" spc="-10" dirty="0">
                <a:solidFill>
                  <a:srgbClr val="FFFFFF"/>
                </a:solidFill>
                <a:latin typeface="Calibri Light"/>
                <a:cs typeface="Calibri Light"/>
              </a:rPr>
              <a:t>Netflix </a:t>
            </a:r>
            <a:r>
              <a:rPr sz="2400" dirty="0">
                <a:solidFill>
                  <a:srgbClr val="FFFFFF"/>
                </a:solidFill>
                <a:latin typeface="Calibri Light"/>
                <a:cs typeface="Calibri Light"/>
              </a:rPr>
              <a:t>datasets</a:t>
            </a:r>
            <a:r>
              <a:rPr sz="2400" spc="-105" dirty="0">
                <a:solidFill>
                  <a:srgbClr val="FFFFFF"/>
                </a:solidFill>
                <a:latin typeface="Calibri Light"/>
                <a:cs typeface="Calibri Light"/>
              </a:rPr>
              <a:t> </a:t>
            </a:r>
            <a:r>
              <a:rPr sz="2400" dirty="0">
                <a:solidFill>
                  <a:srgbClr val="FFFFFF"/>
                </a:solidFill>
                <a:latin typeface="Calibri Light"/>
                <a:cs typeface="Calibri Light"/>
              </a:rPr>
              <a:t>for</a:t>
            </a:r>
            <a:r>
              <a:rPr sz="2400" spc="-105" dirty="0">
                <a:solidFill>
                  <a:srgbClr val="FFFFFF"/>
                </a:solidFill>
                <a:latin typeface="Calibri Light"/>
                <a:cs typeface="Calibri Light"/>
              </a:rPr>
              <a:t> </a:t>
            </a:r>
            <a:r>
              <a:rPr sz="2400" dirty="0">
                <a:solidFill>
                  <a:srgbClr val="FFFFFF"/>
                </a:solidFill>
                <a:latin typeface="Calibri Light"/>
                <a:cs typeface="Calibri Light"/>
              </a:rPr>
              <a:t>continuous</a:t>
            </a:r>
            <a:r>
              <a:rPr sz="2400" spc="-85" dirty="0">
                <a:solidFill>
                  <a:srgbClr val="FFFFFF"/>
                </a:solidFill>
                <a:latin typeface="Calibri Light"/>
                <a:cs typeface="Calibri Light"/>
              </a:rPr>
              <a:t> </a:t>
            </a:r>
            <a:r>
              <a:rPr sz="2400" spc="-10" dirty="0">
                <a:solidFill>
                  <a:srgbClr val="FFFFFF"/>
                </a:solidFill>
                <a:latin typeface="Calibri Light"/>
                <a:cs typeface="Calibri Light"/>
              </a:rPr>
              <a:t>analysis.</a:t>
            </a:r>
            <a:endParaRPr sz="2400">
              <a:latin typeface="Calibri Light"/>
              <a:cs typeface="Calibri Light"/>
            </a:endParaRPr>
          </a:p>
          <a:p>
            <a:pPr marL="12700" marR="589915">
              <a:lnSpc>
                <a:spcPts val="2590"/>
              </a:lnSpc>
              <a:spcBef>
                <a:spcPts val="5"/>
              </a:spcBef>
            </a:pPr>
            <a:r>
              <a:rPr sz="2400" dirty="0">
                <a:solidFill>
                  <a:srgbClr val="FFFFFF"/>
                </a:solidFill>
                <a:latin typeface="Calibri Light"/>
                <a:cs typeface="Calibri Light"/>
              </a:rPr>
              <a:t>→</a:t>
            </a:r>
            <a:r>
              <a:rPr sz="2400" spc="-85" dirty="0">
                <a:solidFill>
                  <a:srgbClr val="FFFFFF"/>
                </a:solidFill>
                <a:latin typeface="Calibri Light"/>
                <a:cs typeface="Calibri Light"/>
              </a:rPr>
              <a:t> </a:t>
            </a:r>
            <a:r>
              <a:rPr sz="2400" spc="-10" dirty="0">
                <a:solidFill>
                  <a:srgbClr val="FFFFFF"/>
                </a:solidFill>
                <a:latin typeface="Calibri Light"/>
                <a:cs typeface="Calibri Light"/>
              </a:rPr>
              <a:t>Create</a:t>
            </a:r>
            <a:r>
              <a:rPr sz="2400" spc="-60" dirty="0">
                <a:solidFill>
                  <a:srgbClr val="FFFFFF"/>
                </a:solidFill>
                <a:latin typeface="Calibri Light"/>
                <a:cs typeface="Calibri Light"/>
              </a:rPr>
              <a:t> </a:t>
            </a:r>
            <a:r>
              <a:rPr sz="2400" dirty="0">
                <a:solidFill>
                  <a:srgbClr val="FFFFFF"/>
                </a:solidFill>
                <a:latin typeface="Calibri Light"/>
                <a:cs typeface="Calibri Light"/>
              </a:rPr>
              <a:t>predictive</a:t>
            </a:r>
            <a:r>
              <a:rPr sz="2400" spc="-65" dirty="0">
                <a:solidFill>
                  <a:srgbClr val="FFFFFF"/>
                </a:solidFill>
                <a:latin typeface="Calibri Light"/>
                <a:cs typeface="Calibri Light"/>
              </a:rPr>
              <a:t> </a:t>
            </a:r>
            <a:r>
              <a:rPr sz="2400" dirty="0">
                <a:solidFill>
                  <a:srgbClr val="FFFFFF"/>
                </a:solidFill>
                <a:latin typeface="Calibri Light"/>
                <a:cs typeface="Calibri Light"/>
              </a:rPr>
              <a:t>models</a:t>
            </a:r>
            <a:r>
              <a:rPr sz="2400" spc="-55" dirty="0">
                <a:solidFill>
                  <a:srgbClr val="FFFFFF"/>
                </a:solidFill>
                <a:latin typeface="Calibri Light"/>
                <a:cs typeface="Calibri Light"/>
              </a:rPr>
              <a:t> </a:t>
            </a:r>
            <a:r>
              <a:rPr sz="2400" spc="-25" dirty="0">
                <a:solidFill>
                  <a:srgbClr val="FFFFFF"/>
                </a:solidFill>
                <a:latin typeface="Calibri Light"/>
                <a:cs typeface="Calibri Light"/>
              </a:rPr>
              <a:t>to </a:t>
            </a:r>
            <a:r>
              <a:rPr sz="2400" spc="-10" dirty="0">
                <a:solidFill>
                  <a:srgbClr val="FFFFFF"/>
                </a:solidFill>
                <a:latin typeface="Calibri Light"/>
                <a:cs typeface="Calibri Light"/>
              </a:rPr>
              <a:t>forecast</a:t>
            </a:r>
            <a:r>
              <a:rPr sz="2400" spc="-100" dirty="0">
                <a:solidFill>
                  <a:srgbClr val="FFFFFF"/>
                </a:solidFill>
                <a:latin typeface="Calibri Light"/>
                <a:cs typeface="Calibri Light"/>
              </a:rPr>
              <a:t> </a:t>
            </a:r>
            <a:r>
              <a:rPr sz="2400" dirty="0">
                <a:solidFill>
                  <a:srgbClr val="FFFFFF"/>
                </a:solidFill>
                <a:latin typeface="Calibri Light"/>
                <a:cs typeface="Calibri Light"/>
              </a:rPr>
              <a:t>future</a:t>
            </a:r>
            <a:r>
              <a:rPr sz="2400" spc="-95" dirty="0">
                <a:solidFill>
                  <a:srgbClr val="FFFFFF"/>
                </a:solidFill>
                <a:latin typeface="Calibri Light"/>
                <a:cs typeface="Calibri Light"/>
              </a:rPr>
              <a:t> </a:t>
            </a:r>
            <a:r>
              <a:rPr sz="2400" spc="-10" dirty="0">
                <a:solidFill>
                  <a:srgbClr val="FFFFFF"/>
                </a:solidFill>
                <a:latin typeface="Calibri Light"/>
                <a:cs typeface="Calibri Light"/>
              </a:rPr>
              <a:t>content</a:t>
            </a:r>
            <a:r>
              <a:rPr sz="2400" spc="-85" dirty="0">
                <a:solidFill>
                  <a:srgbClr val="FFFFFF"/>
                </a:solidFill>
                <a:latin typeface="Calibri Light"/>
                <a:cs typeface="Calibri Light"/>
              </a:rPr>
              <a:t> </a:t>
            </a:r>
            <a:r>
              <a:rPr sz="2400" spc="-10" dirty="0">
                <a:solidFill>
                  <a:srgbClr val="FFFFFF"/>
                </a:solidFill>
                <a:latin typeface="Calibri Light"/>
                <a:cs typeface="Calibri Light"/>
              </a:rPr>
              <a:t>trends.</a:t>
            </a:r>
            <a:endParaRPr sz="2400">
              <a:latin typeface="Calibri Light"/>
              <a:cs typeface="Calibri Light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5063426" y="459219"/>
            <a:ext cx="6191250" cy="5777865"/>
            <a:chOff x="5063426" y="459219"/>
            <a:chExt cx="6191250" cy="5777865"/>
          </a:xfrm>
        </p:grpSpPr>
        <p:pic>
          <p:nvPicPr>
            <p:cNvPr id="5" name="object 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5073015" y="468744"/>
              <a:ext cx="6172200" cy="5758434"/>
            </a:xfrm>
            <a:prstGeom prst="rect">
              <a:avLst/>
            </a:prstGeom>
          </p:spPr>
        </p:pic>
        <p:sp>
          <p:nvSpPr>
            <p:cNvPr id="6" name="object 6"/>
            <p:cNvSpPr/>
            <p:nvPr/>
          </p:nvSpPr>
          <p:spPr>
            <a:xfrm>
              <a:off x="5068189" y="463981"/>
              <a:ext cx="6181725" cy="5768340"/>
            </a:xfrm>
            <a:custGeom>
              <a:avLst/>
              <a:gdLst/>
              <a:ahLst/>
              <a:cxnLst/>
              <a:rect l="l" t="t" r="r" b="b"/>
              <a:pathLst>
                <a:path w="6181725" h="5768340">
                  <a:moveTo>
                    <a:pt x="0" y="5767959"/>
                  </a:moveTo>
                  <a:lnTo>
                    <a:pt x="6181724" y="5767959"/>
                  </a:lnTo>
                  <a:lnTo>
                    <a:pt x="6181724" y="0"/>
                  </a:lnTo>
                  <a:lnTo>
                    <a:pt x="0" y="0"/>
                  </a:lnTo>
                  <a:lnTo>
                    <a:pt x="0" y="5767959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7F1310-93A9-E81C-5ABF-CF6608F73D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91000" y="-76200"/>
            <a:ext cx="3124200" cy="1231106"/>
          </a:xfrm>
        </p:spPr>
        <p:txBody>
          <a:bodyPr/>
          <a:lstStyle/>
          <a:p>
            <a:r>
              <a:rPr lang="en-IN" sz="8000" dirty="0"/>
              <a:t>Graphs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948FCB3-5946-3376-9EE1-729D6D403512}"/>
              </a:ext>
            </a:extLst>
          </p:cNvPr>
          <p:cNvSpPr/>
          <p:nvPr/>
        </p:nvSpPr>
        <p:spPr>
          <a:xfrm>
            <a:off x="6248400" y="1299258"/>
            <a:ext cx="5791200" cy="5334000"/>
          </a:xfrm>
          <a:prstGeom prst="rect">
            <a:avLst/>
          </a:prstGeom>
          <a:blipFill dpi="0"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31F36CF-9FD5-7E16-347A-46DD17C68F3A}"/>
              </a:ext>
            </a:extLst>
          </p:cNvPr>
          <p:cNvSpPr/>
          <p:nvPr/>
        </p:nvSpPr>
        <p:spPr>
          <a:xfrm>
            <a:off x="318304" y="1321443"/>
            <a:ext cx="5791200" cy="5334000"/>
          </a:xfrm>
          <a:prstGeom prst="rect">
            <a:avLst/>
          </a:prstGeom>
          <a:blipFill dpi="0"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5650995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12192000" y="0"/>
                </a:moveTo>
                <a:lnTo>
                  <a:pt x="0" y="0"/>
                </a:lnTo>
                <a:lnTo>
                  <a:pt x="0" y="6858000"/>
                </a:lnTo>
                <a:lnTo>
                  <a:pt x="12192000" y="6858000"/>
                </a:lnTo>
                <a:lnTo>
                  <a:pt x="12192000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12"/>
            <a:ext cx="12191999" cy="6712077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23</TotalTime>
  <Words>140</Words>
  <Application>Microsoft Office PowerPoint</Application>
  <PresentationFormat>Widescreen</PresentationFormat>
  <Paragraphs>24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8" baseType="lpstr">
      <vt:lpstr>Arial Black</vt:lpstr>
      <vt:lpstr>Arial Rounded MT Bold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Problem statements</vt:lpstr>
      <vt:lpstr>PowerPoint Presentation</vt:lpstr>
      <vt:lpstr>Future Work</vt:lpstr>
      <vt:lpstr>Graphs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sukh deep</dc:creator>
  <cp:lastModifiedBy>sukh deep</cp:lastModifiedBy>
  <cp:revision>2</cp:revision>
  <dcterms:created xsi:type="dcterms:W3CDTF">2026-07-12T17:53:14Z</dcterms:created>
  <dcterms:modified xsi:type="dcterms:W3CDTF">2026-07-12T18:21:07Z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2026-07-07T00:00:00Z</vt:filetime>
  </property>
  <property fmtid="{D5CDD505-2E9C-101B-9397-08002B2CF9AE}" pid="3" name="Creator">
    <vt:lpwstr>Microsoft® PowerPoint® 2021</vt:lpwstr>
  </property>
  <property fmtid="{D5CDD505-2E9C-101B-9397-08002B2CF9AE}" pid="4" name="LastSaved">
    <vt:filetime>2026-07-12T00:00:00Z</vt:filetime>
  </property>
  <property fmtid="{D5CDD505-2E9C-101B-9397-08002B2CF9AE}" pid="5" name="Producer">
    <vt:lpwstr>3-Heights(TM) PDF Security Shell 4.8.25.2 (http://www.pdf-tools.com)</vt:lpwstr>
  </property>
</Properties>
</file>